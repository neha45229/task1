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F7EAB-39E6-158B-F276-C471ADB799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7F36E9-5914-5437-695B-356EC5373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97D0E-444C-4F5F-42E6-CD5946A5A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6C309-8534-4CF4-B55B-F1F00178A89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AFB50-E3B4-BB81-6178-8FDD7760F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E8991-6668-1925-0A17-197A15404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9519-572B-4249-A112-E970AC2A6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81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87C89-228F-5F32-2402-AC37CB661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C85CD-5905-E41C-22D8-2148C9448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42131-5CE4-E5D0-C1E2-622C4578E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6C309-8534-4CF4-B55B-F1F00178A89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F3969-437F-8961-0EFE-705F5E8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6CAC7-09D9-828C-5B13-1819D5231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9519-572B-4249-A112-E970AC2A6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964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F34BE-8715-EF3C-492E-989E1E675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35787-BBD4-EEC9-3B57-94269B852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2F89B-C7A1-685D-56E1-7DBAFBA38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6C309-8534-4CF4-B55B-F1F00178A89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9F1A7-8801-1550-2989-1BF346C9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8A884-0ED9-5F63-B928-1334EC0A4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9519-572B-4249-A112-E970AC2A6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132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649BC-7982-CDF2-6E75-A4B6BA2F6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1A387-AF58-F282-37D4-026885DA89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1B5949-44A5-089F-D9E6-F64F6F520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463E3-2260-D6C8-9631-405C60CE1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6C309-8534-4CF4-B55B-F1F00178A89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9A51D-D181-5732-B5A1-66AECE991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02867-6BB9-29F7-50E5-4145F34C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9519-572B-4249-A112-E970AC2A6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697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AA306-9D36-4B3C-8703-267868C3D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C5557-D9D0-A77D-AAA4-85C6B810E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F80A6D-50EC-D2EE-E957-FA2465942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E44527-C676-A7CE-859C-F7EFDDABA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D04AB2-8AF0-9B51-CD1C-D6E1C67595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AF3690-0020-A8B7-6FE2-1D0D89817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6C309-8534-4CF4-B55B-F1F00178A89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2C28C8-BA53-B610-97CB-182CDE8BF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A7A305-0520-27FE-7137-2866E5FB7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9519-572B-4249-A112-E970AC2A6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465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C8F95-1EAD-01C2-380F-9864E65A0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EEF0A8-9FB1-8AE9-A726-763FE6717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6C309-8534-4CF4-B55B-F1F00178A89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50FB69-C6BD-FAE9-2C46-5E3560A3E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043F3-497E-56AD-1BD4-B2984E733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9519-572B-4249-A112-E970AC2A6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723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60CF62-0EC0-E4D9-2D59-237BF823C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6C309-8534-4CF4-B55B-F1F00178A89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101BC8-FED6-B6BA-7A16-8D4341864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7F8FA-0365-77F5-1B46-4DF34F61A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9519-572B-4249-A112-E970AC2A6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759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A4270-1EBA-766A-0C08-F58EB6968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6F801-BE5D-674F-AB5A-CC7C7DEF9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8E88C8-108F-B85E-C589-CFD9283D9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6D8D4-CEF1-BCD3-4995-11BC4A529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6C309-8534-4CF4-B55B-F1F00178A89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8A5E2-25A6-5774-B544-54CBAAD68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BD8BC6-D0F1-A17B-92A6-F731D4DBD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9519-572B-4249-A112-E970AC2A6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660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F19EC-6712-1449-56B0-232B5D2F7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B86A04-9112-896F-0885-15F6C50DA5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CCDFB-6D96-1194-9DF5-03E71604D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206BE-C32E-CD8F-BFA5-774715AB4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6C309-8534-4CF4-B55B-F1F00178A89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C7964-0B48-AD6C-D8F8-953E92C4B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72C3A-0161-E99B-6857-769D066B6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9519-572B-4249-A112-E970AC2A6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824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6173D-02FD-F554-420D-FB144BA8D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8C850B-F3D0-A94C-253E-864710F10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1911C-F25D-9F14-913D-03FB6B07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6C309-8534-4CF4-B55B-F1F00178A89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52A3F-CFFA-C1CE-FF60-16E47148B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05840-48A9-7893-3124-85DC608DA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9519-572B-4249-A112-E970AC2A6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798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B1FFE8-31DD-9516-E586-4FD33AD7D0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8E77B1-3C42-4956-9EED-F103E9A4A5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11098-584C-F6DA-6070-BF8BBA925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6C309-8534-4CF4-B55B-F1F00178A89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0FE55-D81C-F4E3-F48E-4D663778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11914-DED6-059D-4D88-C793B943B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59519-572B-4249-A112-E970AC2A6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206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A71D3D-610C-20B0-7F5C-13C60FD20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FCBA2-DC43-428E-B6C6-7092D20B6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B1790-46DD-490C-462A-11E75B71EB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66C309-8534-4CF4-B55B-F1F00178A89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42AF7-C137-88B2-8D94-C49BB9416E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BD938-AF3E-C177-F6AB-703DE1140F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F59519-572B-4249-A112-E970AC2A6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39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8C299-5B0D-F87D-FD17-C07B8056C9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5D4B6-6AF6-ABA0-B2CC-2B2D15C488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9957D6-0032-41BF-E183-A5950DF19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08" y="0"/>
            <a:ext cx="116081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573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9FD75-431F-C800-070A-09EF03FED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352D2-F42E-6BD3-2C75-7098086A9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01DA0E-925F-C4DC-B513-541834538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43" y="0"/>
            <a:ext cx="116367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381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FCA79-2F25-B102-11B1-075DABCBA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E92EF-F455-283A-8098-5D3352295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2CE04B-E650-EA39-ECFD-934DA0DF0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035" y="0"/>
            <a:ext cx="99819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432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thotasandeep951@gmail.com</dc:creator>
  <cp:lastModifiedBy>thotasandeep951@gmail.com</cp:lastModifiedBy>
  <cp:revision>1</cp:revision>
  <dcterms:created xsi:type="dcterms:W3CDTF">2025-11-02T17:21:50Z</dcterms:created>
  <dcterms:modified xsi:type="dcterms:W3CDTF">2025-11-02T17:22:11Z</dcterms:modified>
</cp:coreProperties>
</file>