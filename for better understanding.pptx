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7250-7393-446E-7C89-10667ED39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9127F-1400-926C-766B-C98D0D116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1A52-BBAD-9BCB-C81C-76069E04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BE353-2456-FEBB-BC3B-3949FA1C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D691-81F0-22D1-CEEF-C94CDD3E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3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0178-D27B-0C30-CF72-20F6CE93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6D8AC-7E34-DBA3-D21F-912D3760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5A8D-A813-DB0E-1016-93F43EAC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14027-2F36-D3CA-2A21-4431D5A9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9D9B8-C8BC-5A15-E52C-AA2F83A6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7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4C21-28EF-9801-9D21-CC26AF32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21978-ABE5-09EB-44B4-523A6D9B4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D677A-34A7-224B-473F-7C7C58B5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BFED0-13E0-A771-B7B5-9EBCA2E3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FDB9-1C84-4874-5B7C-61C8F66F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70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5266-C62E-5D97-F0D3-1607EE29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86661-D74D-09E6-DE61-8274307E1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A1D29-976F-6A03-3D8E-B1ECFD8A9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D2DDA-5475-AB92-5B6E-37568709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6C41F-7713-60A2-EF3F-B82628D6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DBE39-DC75-C5A1-E177-460E698B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3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7BDD-A942-CED0-E4EF-E5E0D422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57079-E3B8-01DE-B1C7-F993C60BC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D92EF-016F-3B63-8ED0-E58DB063C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39FE3-12CE-F3D2-4778-73C015FD2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B3A2F-28D7-F9C5-2B4D-25C417BF9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50DD4-DF81-9904-E84D-1F0AB041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48258-491B-82EE-7CFA-20E4E910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18E95-93F5-5265-DDE4-9F98B331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86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A3E8-C695-6851-E424-6BCC477E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F4F45-C1D4-61B5-D833-27E07391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D04DF-6F58-9292-77D0-E928962D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C0114-4889-C4D0-5233-736BCC7A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95BCF-C1B0-8446-FFC6-6AE09208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1369E-3F39-438C-7BDB-0559746F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BDE2F-C338-4118-B6DD-BCA666A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2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6BA9-9263-DFB5-97F7-A4CED8222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8774-078F-498E-EDC5-6B7446FB4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154F4-653A-15D3-646F-51542EF6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10CC-D792-1B04-25A0-9D882465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3825C-0CEA-165F-A26A-D134EDE6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99EF9-618B-7A96-743B-08F7362B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84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D843-C8B3-489B-A528-269C7FB2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EC48A-B15E-562C-B8E2-062A19BCD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51BB2-216F-5028-2FC4-928B06669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F95BA-7C9D-BA1B-159D-721C4A34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C2E90-82D2-7A80-C36F-5575C4B1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A93C8-37AE-2804-1526-A2F82B0E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95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D4C-005D-B2BF-7670-69F1742C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1AD41-FE25-2853-465D-B8FA7FA07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E382-85BF-1E06-8697-9744CEF1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53E2A-D602-0961-84AF-5C00148C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1AB9-C2A6-DBFE-D1EE-76ABD6C2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93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9A9FC-91D4-C08A-70DD-4EA6E6546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4CCAF-B854-24DC-5C97-F70B4BC5F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45F4F-B478-60F3-7B6E-07CE54CB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0A33F-010C-3312-83A2-B2051C2D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842E0-3F62-7A26-2FD5-23A436F6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80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2B59C-3D77-93B0-8D98-CF7AE110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13DBC-025F-5ABD-30B3-BE41A74E5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D0887-C976-80E7-4086-9D1817479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2F519-0924-44A7-AB97-A6C5D11471B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AFD5-FDEF-FCE6-74C0-B91C1CB50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6BDC-B47A-CF8A-8563-FFB1DEFB3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35CB3-76D1-4897-BF46-5B84C9347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AE26-FCB5-AEC4-3D20-EDEACFCE3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EE36B-6314-D332-C329-3977637B21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68D6E-6A48-036E-D238-FF646D65C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69" y="0"/>
            <a:ext cx="11646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4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B91A-FCED-BEF0-E46D-6C00EE33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FC758-B231-576E-7BB6-449F223F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CDF25-2281-D663-4792-6CCF4060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10" y="0"/>
            <a:ext cx="11671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6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6863-0511-CB6D-C5B1-B590F211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BEAF-EF85-D499-62D8-2617CBF2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6AA2C-D209-FF08-43D3-954CB930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0"/>
            <a:ext cx="11698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0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thotasandeep951@gmail.com</dc:creator>
  <cp:lastModifiedBy>thotasandeep951@gmail.com</cp:lastModifiedBy>
  <cp:revision>1</cp:revision>
  <dcterms:created xsi:type="dcterms:W3CDTF">2025-11-02T17:23:24Z</dcterms:created>
  <dcterms:modified xsi:type="dcterms:W3CDTF">2025-11-02T17:24:34Z</dcterms:modified>
</cp:coreProperties>
</file>